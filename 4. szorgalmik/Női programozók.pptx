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4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40F64-65CC-470D-9E63-97AF1C1C2D97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0096D-0DB5-4EB6-90B4-4FBF648D33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7276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B0096D-0DB5-4EB6-90B4-4FBF648D33B3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75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492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6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38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45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47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8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3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34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568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6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19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Női programozók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Női zsenik, akik megváltoztatták a számítástechnikát</a:t>
            </a:r>
          </a:p>
          <a:p>
            <a:endParaRPr/>
          </a:p>
          <a:p>
            <a:r>
              <a:t>Készítette: Szilágyi István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Bevezetés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számítástechnika fejlődésében nők is kulcsszerepet játszottak</a:t>
            </a:r>
          </a:p>
          <a:p>
            <a:r>
              <a:t>Sokáig háttérbe szorultak</a:t>
            </a:r>
          </a:p>
          <a:p>
            <a:r>
              <a:t>Ma már egyre nagyobb figyelmet kapnak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 Lovelace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Az </a:t>
            </a:r>
            <a:r>
              <a:rPr dirty="0" err="1"/>
              <a:t>első</a:t>
            </a:r>
            <a:r>
              <a:rPr dirty="0"/>
              <a:t> </a:t>
            </a:r>
            <a:r>
              <a:rPr dirty="0" err="1"/>
              <a:t>programozóként</a:t>
            </a:r>
            <a:r>
              <a:rPr dirty="0"/>
              <a:t> </a:t>
            </a:r>
            <a:r>
              <a:rPr dirty="0" err="1"/>
              <a:t>tartják</a:t>
            </a:r>
            <a:r>
              <a:rPr dirty="0"/>
              <a:t> </a:t>
            </a:r>
            <a:r>
              <a:rPr dirty="0" err="1"/>
              <a:t>számon</a:t>
            </a:r>
            <a:endParaRPr dirty="0"/>
          </a:p>
          <a:p>
            <a:r>
              <a:rPr dirty="0" err="1"/>
              <a:t>Algoritmust</a:t>
            </a:r>
            <a:r>
              <a:rPr dirty="0"/>
              <a:t> </a:t>
            </a:r>
            <a:r>
              <a:rPr dirty="0" err="1"/>
              <a:t>írt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analitikus</a:t>
            </a:r>
            <a:r>
              <a:rPr dirty="0"/>
              <a:t> </a:t>
            </a:r>
            <a:r>
              <a:rPr dirty="0" err="1"/>
              <a:t>gépre</a:t>
            </a:r>
            <a:endParaRPr dirty="0"/>
          </a:p>
        </p:txBody>
      </p:sp>
      <p:pic>
        <p:nvPicPr>
          <p:cNvPr id="5" name="Kép 4" descr="A képen festmény, rajz, vázlat, nő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E5D984A-1806-9505-4A41-D25D8F13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27" y="2015733"/>
            <a:ext cx="2597727" cy="3896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Grace Hopper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első fordítóprogram megalkotója</a:t>
            </a:r>
          </a:p>
          <a:p>
            <a:r>
              <a:t>COBOL nyelv fejlesztése</a:t>
            </a:r>
          </a:p>
          <a:p>
            <a:r>
              <a:t>Debugging kifejezés</a:t>
            </a:r>
          </a:p>
        </p:txBody>
      </p:sp>
      <p:pic>
        <p:nvPicPr>
          <p:cNvPr id="5" name="Kép 4" descr="A képen Emberi arc, ruházat, Hivatalos, személy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3CCF6CDE-8773-3331-11B0-9D0A024E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152" y="2098964"/>
            <a:ext cx="3091580" cy="38654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Margaret Hamilton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Apollo-program szoftvervezetője</a:t>
            </a:r>
          </a:p>
          <a:p>
            <a:r>
              <a:t>Software engineering fogalom</a:t>
            </a:r>
          </a:p>
        </p:txBody>
      </p:sp>
      <p:pic>
        <p:nvPicPr>
          <p:cNvPr id="5" name="Kép 4" descr="A képen Emberi arc, portré, személy, szemöldök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CEDE9BE2-E08E-1089-7268-AC5E352E8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23" y="2113161"/>
            <a:ext cx="3122281" cy="39403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Katherine Johnson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NASA matematikus</a:t>
            </a:r>
          </a:p>
          <a:p>
            <a:r>
              <a:t>Pályaszámítások az űrmissziókhoz</a:t>
            </a:r>
          </a:p>
        </p:txBody>
      </p:sp>
      <p:pic>
        <p:nvPicPr>
          <p:cNvPr id="5" name="Kép 4" descr="A képen Emberi arc, személy, portré, ruháza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D0434FFD-236E-2AA2-E1E3-4C068F8B2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396" y="2309398"/>
            <a:ext cx="2193123" cy="33189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Radia Perlman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'Internet anyja'</a:t>
            </a:r>
          </a:p>
          <a:p>
            <a:r>
              <a:t>Spanning Tree Protocol megalkotója</a:t>
            </a:r>
          </a:p>
        </p:txBody>
      </p:sp>
      <p:pic>
        <p:nvPicPr>
          <p:cNvPr id="5" name="Kép 4" descr="A képen Emberi arc, személy, mosoly, ruháza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70969EE-6396-53EC-5E3F-8C019D016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173" y="2826328"/>
            <a:ext cx="3065318" cy="3065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Annie Easley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Rakétarendszerek fejlesztése</a:t>
            </a:r>
          </a:p>
          <a:p>
            <a:r>
              <a:t>NASA kutató</a:t>
            </a:r>
          </a:p>
        </p:txBody>
      </p:sp>
      <p:pic>
        <p:nvPicPr>
          <p:cNvPr id="5" name="Kép 4" descr="A képen ruházat, személy, Emberi arc, fal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A4455B8-3D17-FE13-B978-4F7FD2E96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283" y="2701635"/>
            <a:ext cx="4064926" cy="3048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Hedy Lamarr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Frekvenciaugrásos technológia</a:t>
            </a:r>
          </a:p>
          <a:p>
            <a:r>
              <a:t>WiFi és Bluetooth alapja</a:t>
            </a:r>
          </a:p>
        </p:txBody>
      </p:sp>
      <p:pic>
        <p:nvPicPr>
          <p:cNvPr id="5" name="Kép 4" descr="A képen Emberi arc, ruházat, hölgy, portré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EBFD7B2-CCE8-F038-45F8-1E4F8143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221" y="2335315"/>
            <a:ext cx="2877613" cy="35978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</a:t>
            </a:r>
            <a:r>
              <a:rPr dirty="0" err="1"/>
              <a:t>nők</a:t>
            </a:r>
            <a:r>
              <a:rPr dirty="0"/>
              <a:t> </a:t>
            </a:r>
            <a:r>
              <a:rPr dirty="0" err="1"/>
              <a:t>szerepe</a:t>
            </a:r>
            <a:r>
              <a:rPr dirty="0"/>
              <a:t> </a:t>
            </a:r>
            <a:r>
              <a:rPr dirty="0" err="1"/>
              <a:t>kulcsfontosságú</a:t>
            </a:r>
            <a:r>
              <a:rPr dirty="0"/>
              <a:t> volt</a:t>
            </a:r>
          </a:p>
          <a:p>
            <a:r>
              <a:rPr dirty="0" err="1"/>
              <a:t>Inspiráció</a:t>
            </a:r>
            <a:r>
              <a:rPr dirty="0"/>
              <a:t> a </a:t>
            </a:r>
            <a:r>
              <a:rPr dirty="0" err="1"/>
              <a:t>jövő</a:t>
            </a:r>
            <a:r>
              <a:rPr dirty="0"/>
              <a:t> </a:t>
            </a:r>
            <a:r>
              <a:rPr dirty="0" err="1"/>
              <a:t>generációinak</a:t>
            </a:r>
            <a:endParaRPr lang="hu-HU" dirty="0"/>
          </a:p>
          <a:p>
            <a:r>
              <a:rPr lang="hu-HU" dirty="0"/>
              <a:t>Segítették a </a:t>
            </a:r>
            <a:r>
              <a:rPr lang="hu-HU"/>
              <a:t>világ fejlődését 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106</Words>
  <Application>Microsoft Office PowerPoint</Application>
  <PresentationFormat>Diavetítés a képernyőre (4:3 oldalarány)</PresentationFormat>
  <Paragraphs>35</Paragraphs>
  <Slides>10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Aptos</vt:lpstr>
      <vt:lpstr>Arial</vt:lpstr>
      <vt:lpstr>Gill Sans MT</vt:lpstr>
      <vt:lpstr>Galéria</vt:lpstr>
      <vt:lpstr>Női programozók</vt:lpstr>
      <vt:lpstr>Bevezetés</vt:lpstr>
      <vt:lpstr>Ada Lovelace</vt:lpstr>
      <vt:lpstr>Grace Hopper</vt:lpstr>
      <vt:lpstr>Margaret Hamilton</vt:lpstr>
      <vt:lpstr>Katherine Johnson</vt:lpstr>
      <vt:lpstr>Radia Perlman</vt:lpstr>
      <vt:lpstr>Annie Easley</vt:lpstr>
      <vt:lpstr>Hedy Lamarr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Szilágyi István</cp:lastModifiedBy>
  <cp:revision>2</cp:revision>
  <dcterms:created xsi:type="dcterms:W3CDTF">2013-01-27T09:14:16Z</dcterms:created>
  <dcterms:modified xsi:type="dcterms:W3CDTF">2026-04-29T14:31:35Z</dcterms:modified>
  <cp:category/>
</cp:coreProperties>
</file>